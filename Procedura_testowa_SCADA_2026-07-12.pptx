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1148085908000" cy="627095520000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146304" cy="182880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Consolas"/>
              </a:rPr>
              <a:t>LoRa ZIGBEE SCADA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974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>
                <a:solidFill>
                  <a:srgbClr val="E5E5E5"/>
                </a:solidFill>
                <a:latin typeface="Consolas"/>
              </a:rPr>
              <a:t>Rozproszony BMS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737373"/>
                </a:solidFill>
                <a:latin typeface="Consolas"/>
              </a:rPr>
              <a:t>Zigbee → LoRa → Supervisor → Home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E5E5E5"/>
                </a:solidFill>
                <a:latin typeface="Consolas"/>
              </a:rPr>
              <a:t>Status systemu i procedury testowe wszystkich funkcjonalności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25252"/>
                </a:solidFill>
                <a:latin typeface="Consolas"/>
              </a:rPr>
              <a:t>3 bramki × ~100 urządzeń · 868 MHz · EU duty 10% · + carport 199 dev (site realny)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60350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2026-07-12  ·  Step 1–5 verified live  ·  unified dashboard + carport + audyt LoRa = WIP (checkpoint 76eac47, niezweryfikowane)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PRZEGLĄD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Architektura systemu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3566160" cy="1143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691639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Consolas"/>
              </a:rPr>
              <a:t>SUPERVISOR (G0)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21408"/>
            <a:ext cx="35661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Xeon · HA Supervised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3 anteny LoRa · agregacja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calendar.lora_global (master)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▲  LoRa 868 MHz · 220B · 3s cooldown  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91840"/>
            <a:ext cx="3200400" cy="13716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4ADE80"/>
                </a:solidFill>
                <a:latin typeface="Consolas"/>
              </a:rPr>
              <a:t>BRAMKA G1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58768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Z2M + ConBee/SONOFF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HA lokalne · ~100 dev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Heltec V3 (SX1262)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291840"/>
            <a:ext cx="3200400" cy="13716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52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29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525252"/>
                </a:solidFill>
                <a:latin typeface="Consolas"/>
              </a:rPr>
              <a:t>BRAMKA G2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858768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Z2M + ConBee/SONOFF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HA lokalne · ~100 dev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Heltec V3 (SX1262)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91840"/>
            <a:ext cx="3200400" cy="13716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52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3429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525252"/>
                </a:solidFill>
                <a:latin typeface="Consolas"/>
              </a:rPr>
              <a:t>BRAMKA G3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858768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Z2M + ConBee/SONOFF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HA lokalne · ~100 dev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Heltec V3 (SX1262)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G1 = AKTYWNA (live test bed: 100.98.155.78)   ·   G0 = 100.79.111.24   ·   Carport = site realny (100.104.38.14, 105 przekaźniki + 82 czujniki ruchu)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Filozofia: każda bramka autonomiczna (lokalne Z2M+HA), supervisor agreguje, minimalizacja ruchu LoRa.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Constraint: 220B max payload, 3.0s+jitter cooldown, half-duplex, EU duty cycle 10%. Bulk (devmap/avail/kalendarz) = zlib+chunk+CRC (ReliableTransfer).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Status gotowości do wdrożenia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48640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3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4ADE80"/>
                </a:solidFill>
                <a:latin typeface="Consolas"/>
              </a:rPr>
              <a:t>DZIAŁA (zweryfikowane live)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0292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Detekcja offline/online (z2m → bramka)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Sync availability bramka → supervisor (spójny)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z2m native availability (faza2) — switche prawdziwy stan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Anomalie: offline / bateria / stagnacja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Popup z listą + clear per-anomalia (decoupled)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Kalendarz PUSH + PULL (TX-gate naprawił pętlę 07-07)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Tryb pracy bramki (day/night/all-time)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LQI / link quality (force_update)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Sterowanie switch + cmd retry→offline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Parametry T1/T2/T3 + Send Config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Scrub sekretów przy git add (filtr scrubcfg, zweryfikowany)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12064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A2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5448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WYMAGA INTERWENCJI (sprzęt/decyzja)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75488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1">
                <a:solidFill>
                  <a:srgbClr val="F87171"/>
                </a:solidFill>
                <a:latin typeface="Consolas"/>
              </a:rPr>
              <a:t>[BLOK] </a:t>
            </a:r>
            <a:r>
              <a:rPr sz="1100" b="0">
                <a:solidFill>
                  <a:srgbClr val="E5E5E5"/>
                </a:solidFill>
                <a:latin typeface="Consolas"/>
              </a:rPr>
              <a:t>Unified dashboard (7 zakładek) — zbudowany, NIGDY nie live-testowany na obu maszynach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1">
                <a:solidFill>
                  <a:srgbClr val="F87171"/>
                </a:solidFill>
                <a:latin typeface="Consolas"/>
              </a:rPr>
              <a:t>[BLOK] </a:t>
            </a:r>
            <a:r>
              <a:rPr sz="1100" b="0">
                <a:solidFill>
                  <a:srgbClr val="E5E5E5"/>
                </a:solidFill>
                <a:latin typeface="Consolas"/>
              </a:rPr>
              <a:t>Carport (site realny 199 dev) — zintegrowany w kodzie, NIE zweryfikowany end-to-end po rebase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[WARN] </a:t>
            </a:r>
            <a:r>
              <a:rPr sz="1100" b="0">
                <a:solidFill>
                  <a:srgbClr val="E5E5E5"/>
                </a:solidFill>
                <a:latin typeface="Consolas"/>
              </a:rPr>
              <a:t>chunk_size 140→60 na kanale rt (devmap/avail blob) — fix dzisiejszy, TYLKO ast.parse, zero live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[WARN] </a:t>
            </a:r>
            <a:r>
              <a:rPr sz="1100" b="0">
                <a:solidFill>
                  <a:srgbClr val="E5E5E5"/>
                </a:solidFill>
                <a:latin typeface="Consolas"/>
              </a:rPr>
              <a:t>Cały WIP (~50 plików step4/step5 rebase) scommitowany jako checkpoint 76eac47, BEZ prefiksu verified: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[INFO] </a:t>
            </a:r>
            <a:r>
              <a:rPr sz="1100" b="0">
                <a:solidFill>
                  <a:srgbClr val="E5E5E5"/>
                </a:solidFill>
                <a:latin typeface="Consolas"/>
              </a:rPr>
              <a:t>Krok 8 (sterowanie pełne) i Krok 17 (parametry bidir) z planu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Detekcja offline / online urządzeń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● DZIAŁA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 bramce: odłącz zasilanie urządzenia Zigbee (np. Temp 1) lub wyjmij baterię.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Odczekaj &gt; timeout danego typu (T1 switch 58min / T2 sensor 60min / T3 door-leak 120min).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 log bramki: '💀 &lt;dev&gt; OFFLINE (cisza z2m ...)'.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dashboard bramki (zakładka Bramka) — kafel OFFLINE rośnie, urządzenie czerwone.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supervisor: sensor.lora_gw_g1_devices_offline + binary_sensor ...available = off.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6. </a:t>
            </a:r>
            <a:r>
              <a:rPr sz="1200" b="0">
                <a:solidFill>
                  <a:srgbClr val="E5E5E5"/>
                </a:solidFill>
                <a:latin typeface="Consolas"/>
              </a:rPr>
              <a:t>Podłącz urządzenie → następny raport z2m → powrót.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Bramka i supervisor pokazują TO SAMO urządzenie offline.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Licznik = lista = *_available (spójność).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Po powrocie: '🟢 ONLINE' i licznik spada.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Reconcile co 900s łapie zgubione pakiety.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Anomalie + popup z listą + clear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● DZIAŁA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Wywołaj anomalię: offline (jak F01), niska bateria (&lt;25%), lub stagnacja (brak zmian 72h).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 dashboardzie supervisora (widok Bramki) kliknij kafel OFFLINE / BATERIA / INNE.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Otworzy się popup z dynamiczną listą: urządzenie · bramka · typ · data godzina.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Kliknij wiersz konkretnej anomalii → clear tej jednej anomalii.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Lub użyj 'WYCZYŚĆ WSZYSTKIE &lt;typ&gt;' (z potwierdzeniem).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Popup pokazuje listę z timestampem DD.MM HH:MM.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Klik wiersza → '🗑️ clear ręczny ... n=1' w logu.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Realne offline wraca po reconcile (poprawne).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Każda anomalia z nazwą + ID bramki.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Kalendarz PUSH (supervisor → bramka)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● DZIAŁA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 supervisorze edytuj calendar.lora_global — dodaj wydarzenie (PRODUKCJA/PRZERWA/SERWIS).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Naciśnij przycisk 'Sync Calendar All' (lub per-bramka 'Sync Calendar').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 log supervisora: 'HA → N slotów' → cal_begin/chunk/end.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 log bramki: '📥 Odebrano N slotów' → 'ICS zapisany' → 'HA reload'.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calendar.lora_g1 na bramce — ma nowe wydarzenie.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6.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sensor ...tryb i ...hash_kalendarza (zmiana).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calendar.lora_g1 = calendar.lora_global (forward).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Hash kalendarza zmienia się i zgadza po obu str.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Tryb produkcji aktualny + następna zmiana.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Drift-hash w HB auto-resyncuje.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Transfer z CRC + ACK + retransmit.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Kalendarz PULL (bramka → supervisor)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● DZIAŁA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 bramce edytuj harmonogram lokalnie (wymaga gw_calendar_id w config).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Naciśnij 'Push Schedule Up' na dashboardzie bramki.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 log bramki: 'Begin gw_push' → cal_chunk.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 supervisor: 'Begin gw_push' → 'Odebrano' → mirror calendar.lora_g1 + timestamp.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NAPRAWIONE 2026-07-07: root cause = backpressure (sendText blokuje legalnie przy pełnej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6. </a:t>
            </a:r>
            <a:r>
              <a:rPr sz="1200" b="0">
                <a:solidFill>
                  <a:srgbClr val="E5E5E5"/>
                </a:solidFill>
                <a:latin typeface="Consolas"/>
              </a:rPr>
              <a:t>kolejce radia) mylony ze zwisem → force-close → reconnect → pętla 3 dni. TX-gate: po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7. </a:t>
            </a:r>
            <a:r>
              <a:rPr sz="1200" b="0">
                <a:solidFill>
                  <a:srgbClr val="E5E5E5"/>
                </a:solidFill>
                <a:latin typeface="Consolas"/>
              </a:rPr>
              <a:t>tx_timeout WARN + czekaj do tx_hard_timeout zamiast ubijać interfejs.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Transfer kończy się (begin→chunk→end→ack) bez pętli reconnect.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Mirror-only (bez pętli, master = global) + timestamp na dashboardzie.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chunk_size 90→60 (mitygacja RF, ec17b1d) + TX-gate razem = zweryfikowane live.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Zweryfikowane na żywo 2026-07-07 (commit 4ddcc69).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Tryb pracy bramki (day / night / all-time)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● DZIAŁA*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W config bramki ustaw gateway_mode.operating_mode = 'day' lub 'night' (+ lat/lon lub godziny).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Restart procesu bramki (przez Launcher).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sensor ...tryb_pracy_bramki = Dzienna/Nocna/Całodobowa.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W oknie NIEAKTYWNYM: urządzenia bez zasilania NIE są zgłaszane jako offline (supresja).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pole 'ga' w HB (1=aktywna, 0=wstrzymana) i kartę na dashboardzie.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Tryb widoczny jako encja + karta (Harmonogram).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Supresja offline gdy bramka nieaktywna.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Solar (sunrise equation) lub stałe godziny.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all-time = brak supresji (domyślnie).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Sterowanie + dashboardy + LQI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● DZIAŁA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Dashboard bramki → zakładka Sterowanie → kliknij switch (Test 1/2) → ON/OFF.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Obserwuj: komenda → Z2M → potwierdzenie 'st' → odbicie stanu w HA.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Brak potwierdzenia: retry ×2 (15s) → '💀 brak st → OFFLINE'.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Zakładka Pomiary: temp/wilgotność + wykresy 24h; Alarmy: leak/door.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Każdy kafel: ● online/offline · 🔋 bateria · 📶 LQI (link quality).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Switch sterowalny dwukierunkowo (tap→toggle).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Zmiana zewnętrzna też odbita (propagacja z2m).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LQI świeży (force_update co raport).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Ikony w osobnej kolumnie (czytelne).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Audyt LoRa: chunk_size 60 na kanale rt (devmap + avail blob)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● DO PRZETESTOWANIA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PRIORYTET NA DZIŚ. Na bramce wywołaj pełny discovery (devmap, do 199 urządzeń)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przez przycisk manualny — obserwuj log: 'rt_begin devmap' → liczbę chunków.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Policz retransmisje (log 'brak cack — retry') przy chunk_size=60 vs poprzednim 140/90.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Poczekaj na pełny sweep availability (report_interval) → 'avail blob' w logu bramki.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 supervisorze: sprawdź 'rt' odbiór — devmap zarejestrował WSZYSTKIE urządzenia,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6. </a:t>
            </a:r>
            <a:r>
              <a:rPr sz="1200" b="0">
                <a:solidFill>
                  <a:srgbClr val="E5E5E5"/>
                </a:solidFill>
                <a:latin typeface="Consolas"/>
              </a:rPr>
              <a:t>avail blob zaktualizował dostępność WSZYSTKICH sid bez utraty.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Devmap kończy się (rt_end + ack ok) bez przerwania.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Mniej retransmisji na chunk niż przy 140B (cel fixu).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Avail blob = 1 transfer zamiast ~33 pakietów `b`.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Zero regresji w arbiter/backpressure (nie ruszane).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Unified dashboard — 7 zakładek (bramka + supervisor)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87171"/>
                </a:solidFill>
                <a:latin typeface="Consolas"/>
              </a:rPr>
              <a:t>● NIGDY NIE TESTOWANE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Otwórz dashboard bramki i supervisora — sprawdź 7 zakładek: Bramka-wzór, Sterowanie,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Pomiary, Alarmy, Harmonogram, Parametry, Diagnostyka (ikony + routing path).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Bramka: kliknij po kolei każdą zakładkę — sprawdź czy karty renderują się bez błędu.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Sterowanie: przełącz Test 1/2 + Virtual IO. Pomiary: wykresy 24h Temp 1/2.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Alarmy: listy offline/bateria/inne z clear per-wiersz. Harmonogram: tryb+PULL/PUSH.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6. </a:t>
            </a:r>
            <a:r>
              <a:rPr sz="1200" b="0">
                <a:solidFill>
                  <a:srgbClr val="E5E5E5"/>
                </a:solidFill>
                <a:latin typeface="Consolas"/>
              </a:rPr>
              <a:t>Parametry: 12 pól per-bramka. Diagnostyka: hash/uptime/link/czas.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Wszystkie 7 zakładek renderują się na OBU maszynach.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apexcharts + card-mod działają (doinstalowane na gw).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Brak duplikacji/rozjazdu ze starymi dashboardami.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Popupy clear działają jak w poprzedniej wersji.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Carport — site produkcyjny (105 przekaźników + 82 czujniki ruchu)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87171"/>
                </a:solidFill>
                <a:latin typeface="Consolas"/>
              </a:rPr>
              <a:t>● NIE ZWERYFIKOWANE PO REBASE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 bramce carport (100.104.38.14) wywołaj discovery — sprawdź że wszystkie 199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urządzeń (ZBMINIR2 przekaźniki + SNZB-03P ruch) rejestrują się poprawnie.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Wywołaj ruch przed czujnikiem — sprawdź automatyzację motion→relay (lokalna z2m/HA,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NIE przez LoRa) + czy stan przekaźnika odbija się na dashboardzie carportu.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widoki: views_relays_and_motion.yaml + views_anomaly.yaml.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6. </a:t>
            </a:r>
            <a:r>
              <a:rPr sz="1200" b="0">
                <a:solidFill>
                  <a:srgbClr val="E5E5E5"/>
                </a:solidFill>
                <a:latin typeface="Consolas"/>
              </a:rPr>
              <a:t>Zweryfikuj z2m_availability.patch.yaml — dostępność przekaźników (mains) poprawna.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199 urządzeń zarejestrowanych (bez ghost/duplikatów).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Motion→relay lokalnie natychmiastowe (nie czeka na LoRa).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Dashboard carportu pokazuje spójny stan z bramką.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Zero regresji względem multi-gw (G1=carport, G2=domowy testbed).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DLA CIEBIE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Co musisz zrobić Ty (ręce / decyzje)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9728" cy="86868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87171"/>
                </a:solidFill>
                <a:latin typeface="Consolas"/>
              </a:rPr>
              <a:t>1. Live test chunk_size=60 na kanale rt (devmap/avail blob)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Fix dzisiejszy (audyt LoRa) — TYLKO ast.parse, zero live. Przetestuj na fizycznej bramce/supervisorze (Tailscale) zanim uznasz za działające. Zob. Funkcja 07.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109728" cy="86868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87171"/>
                </a:solidFill>
                <a:latin typeface="Consolas"/>
              </a:rPr>
              <a:t>2. Live test unified dashboard (7 zakładek)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Zbudowany, nigdy nie odpalony na obu maszynach naraz. Zob. Funkcja 08.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37560"/>
            <a:ext cx="109728" cy="86868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87171"/>
                </a:solidFill>
                <a:latin typeface="Consolas"/>
              </a:rPr>
              <a:t>3. Weryfikacja carportu po rebase step4/step5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Site realny 199 dev — sprawdź że nic się nie zepsuło po rebase na step4+pliki. Zob. Funkcja 09.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97680"/>
            <a:ext cx="109728" cy="86868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4. Commit checkpoint 76eac47 = punkt powrotu, NIE 'verified:'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81728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Cały WIP (~50 plików) scommitowany świadomie bez prefiksu verified — dopiero po live-testach 1-3 rozważ osobne commity 'verified:' per funkcja.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57800"/>
            <a:ext cx="109728" cy="868680"/>
          </a:xfrm>
          <a:prstGeom prst="round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E5E5E5"/>
                </a:solidFill>
                <a:latin typeface="Consolas"/>
              </a:rPr>
              <a:t>5. Decyzja: kroki 8 i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41848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Czy budujemy pełne sterowanie (krok 8) i parametry bidirectional (krok 17) z planu 17-kroków? — nowa praca, nie bug.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WDROŻENIE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Gotowość i procedura wdrożenia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212080" cy="4572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OCENA GOTOWOŚCI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75488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Rdzeń (monitoring + anomalie + PUSH+PULL kalendarza + z2m availability)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   → GOTOWY, zweryfikowany live (commit 4ddcc69).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00" b="0">
                <a:solidFill>
                  <a:srgbClr val="E5E5E5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Step4/step5 rebase + unified dashboard + carport + audyt LoRa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87171"/>
                </a:solidFill>
                <a:latin typeface="Consolas"/>
              </a:rPr>
              <a:t>   → checkpoint 76eac47, NIEWERYFIKOWANE live.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00" b="0">
                <a:solidFill>
                  <a:srgbClr val="E5E5E5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5E5E5"/>
                </a:solidFill>
                <a:latin typeface="Consolas"/>
              </a:rPr>
              <a:t>Werdykt: rdzeń production-ready NA WERSJI 4ddcc69;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5E5E5"/>
                </a:solidFill>
                <a:latin typeface="Consolas"/>
              </a:rPr>
              <a:t>bieżący WIP (unified dashboard/carport/chunk_size)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5E5E5"/>
                </a:solidFill>
                <a:latin typeface="Consolas"/>
              </a:rPr>
              <a:t>wymaga 3 live-testów (F07-F09) przed uznaniem za gotowe.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63040"/>
            <a:ext cx="5440680" cy="4572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PROCEDURA WDROŻENIA (per bramka)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57400"/>
            <a:ext cx="502920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1. </a:t>
            </a:r>
            <a:r>
              <a:rPr sz="1100" b="0">
                <a:solidFill>
                  <a:srgbClr val="E5E5E5"/>
                </a:solidFill>
                <a:latin typeface="Consolas"/>
              </a:rPr>
              <a:t>Postaw Heltec V3 + ConBee/SONOFF + Z2M + HA lokalne.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2. </a:t>
            </a:r>
            <a:r>
              <a:rPr sz="1100" b="0">
                <a:solidFill>
                  <a:srgbClr val="E5E5E5"/>
                </a:solidFill>
                <a:latin typeface="Consolas"/>
              </a:rPr>
              <a:t>Ustaw .role (gateway/supervisor) w ~/meshtastic/.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3. </a:t>
            </a:r>
            <a:r>
              <a:rPr sz="1100" b="0">
                <a:solidFill>
                  <a:srgbClr val="E5E5E5"/>
                </a:solidFill>
                <a:latin typeface="Consolas"/>
              </a:rPr>
              <a:t>Wpisz sekrety in-place (MQTT_PASS + HA_TOKEN) — NIE scp configu.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4. </a:t>
            </a:r>
            <a:r>
              <a:rPr sz="1100" b="0">
                <a:solidFill>
                  <a:srgbClr val="E5E5E5"/>
                </a:solidFill>
                <a:latin typeface="Consolas"/>
              </a:rPr>
              <a:t>Skonfiguruj monitored[] / priority[] / T1-T3 / kalendarz.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5. </a:t>
            </a:r>
            <a:r>
              <a:rPr sz="1100" b="0">
                <a:solidFill>
                  <a:srgbClr val="E5E5E5"/>
                </a:solidFill>
                <a:latin typeface="Consolas"/>
              </a:rPr>
              <a:t>Start przez Launcher (:8765) → test_step5_anomaly.py.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6. </a:t>
            </a:r>
            <a:r>
              <a:rPr sz="1100" b="0">
                <a:solidFill>
                  <a:srgbClr val="E5E5E5"/>
                </a:solidFill>
                <a:latin typeface="Consolas"/>
              </a:rPr>
              <a:t>Wygeneruj dashboard: gen_gateway_dashboard.py + patche sup.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7. </a:t>
            </a:r>
            <a:r>
              <a:rPr sz="1100" b="0">
                <a:solidFill>
                  <a:srgbClr val="E5E5E5"/>
                </a:solidFill>
                <a:latin typeface="Consolas"/>
              </a:rPr>
              <a:t>Smoke: ping_all → HB → discovery → batch → anomalia testowa.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8. </a:t>
            </a:r>
            <a:r>
              <a:rPr sz="1100" b="0">
                <a:solidFill>
                  <a:srgbClr val="E5E5E5"/>
                </a:solidFill>
                <a:latin typeface="Consolas"/>
              </a:rPr>
              <a:t>Walidacja: offline-sync + PUSH/PULL kalendarza + sterowanie.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9. </a:t>
            </a:r>
            <a:r>
              <a:rPr sz="1100" b="0">
                <a:solidFill>
                  <a:srgbClr val="E5E5E5"/>
                </a:solidFill>
                <a:latin typeface="Consolas"/>
              </a:rPr>
              <a:t>NOWE (przed uznaniem za gotowe): F07 chunk_size=60, F08 unified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10. </a:t>
            </a:r>
            <a:r>
              <a:rPr sz="1100" b="0">
                <a:solidFill>
                  <a:srgbClr val="E5E5E5"/>
                </a:solidFill>
                <a:latin typeface="Consolas"/>
              </a:rPr>
              <a:t>dashboard 7 zakładek, F09 carport end-to-end po rebase.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BMS rozproszony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